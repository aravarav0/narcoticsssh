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this slide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We picked SIH 26231 from NCB. Officers already have a colour-change kit. Eyes disagree under streetlights, and there is no sealed photo. We built a phone app that photographs the colour fairly and locks the file. We will demo it live. Presumptive only — not a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seconds. Point at the quote. Then: so we built a witness, not a chemist.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explain algorithms. Say: every feature is one official bullet. Then go to the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AI: cameras lie; a card plus rules is more honest in 12 hours than a fake model. Papers on smartphone colorimetry do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not court magic. It is a fingerprint of this file. NCB asked for documentary evidence. This is the closest a 12-hour app can get. Lab still confirms.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Drive the laptop. Field holds the card. If it breaks, show the backup video and the hash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 traps: Is this evidence? — It is a sealed presumptive record, not a conviction. Why not ML? — Lighting + honesty in 12 hours. False positives of kits? — That is why we say presumptive and why inconclusive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Smile. Hand to questions. Do not start a new feature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READ THIS THEN DELETE THIS SLIDE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This deck is for Smart SNU Hackathon Sunday morning (about 3 minutes + live demo).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WHO: Story person builds the slides. Lead puts screenshots in at 7am. Field holds the colour card in the demo. Only 1–2 people talk.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RULES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Max 8 slides after you delete this one. No paragraphs. Huge text. Screenshots beat clipart.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Orange boxes = you must replace. Do not present orange leftover text.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Demo is the real pitch. Slides only set up the demo. Never read every bullet.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Write PRESUMPTIVE on the result screenshot. We do not convict anyone.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LATER (not this weekend): SIH portal wants their official 6-slide template as PDF. Copy ideas from these slides into THAT template. Do not upload this file to sih.gov.in.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Official PS: https://www.sih.gov.in/sih2026PS  → search SIH26231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SIH26231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Digital Companion for Field Drug Testing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C5D0DC"/>
                </a:solidFill>
                <a:latin typeface="Calibri"/>
              </a:rPr>
              <a:t>A phone witness for colour-change kits  ·  Narcotics Control Bureau  ·  Ministry of Home Affairs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Team: [WRITE TEAM NAME]     Shiv Nadar University     Software  ·  MedTech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9AB0C4"/>
                </a:solidFill>
                <a:latin typeface="Calibri"/>
              </a:rPr>
              <a:t>Smart SNU Hackathon 2026  ·  internal qualifier for SIH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The problem  (from NCB, not 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Today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Kit changes colour. Officer squints. Two officers, two answers.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Streetlight / dusk / indoor bulb all lie about the same purple.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Notebook line “positive, 8pm” can be written later. Not a document.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NCB’s own words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“Subjective… difficult to standardise… no verifiable record that a test was actually conducted at a given place and time… cannot presently be relied upon as documentary evidence.”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We are not inventing chemistry. The kit already exists. No new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What we built  =  what they asked  (4 things)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86A17"/>
                </a:solidFill>
                <a:latin typeface="Calibri"/>
              </a:rPr>
              <a:t>1. Capture + card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Photo of the kit WITH a colour card in the same frame so lighting can be calibrated.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5532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86A17"/>
                </a:solidFill>
                <a:latin typeface="Calibri"/>
              </a:rPr>
              <a:t>2. Classify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Positive / Negative / Inconclusive. If the photo is junk, we refuse to guess.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5532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86A17"/>
                </a:solidFill>
                <a:latin typeface="Calibri"/>
              </a:rPr>
              <a:t>3. Seal the record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Time + GPS + officer ID + SHA-256 hash of the image. Change one pixel, hash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703320"/>
            <a:ext cx="5532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86A17"/>
                </a:solidFill>
                <a:latin typeface="Calibri"/>
              </a:rPr>
              <a:t>4. Searchable log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List of tests. Filter by officer or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How the colour stays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Colour card in the photo (NCB required this)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White, black, gray, red, yellow, purple squares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Gray square = “how yellow is this room?”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Then we compare the vial to known swatches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Not a neural net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Linearise the photo, correct with the card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Distance in colour space (ΔE) to pos / neg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Too close, glare, or no card → Inconclusive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Inconclusive is a feature, not a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8872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8A4B12"/>
                </a:solidFill>
                <a:latin typeface="Calibri"/>
              </a:rPr>
              <a:t>[PASTE SCREENSHOT]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Camera screen with card + kit overlay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The sealed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6A17"/>
                </a:solidFill>
                <a:latin typeface="Calibri"/>
              </a:rPr>
              <a:t>Each test stores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Photo of kit + card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Result + “presumptive — not a lab”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ISO timestamp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GPS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Officer ID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SHA-256 of the image file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Live trick: we hash, then edit one pixel, hash changes. That is the wax seal.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8872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8A4B12"/>
                </a:solidFill>
                <a:latin typeface="Calibri"/>
              </a:rPr>
              <a:t>[PASTE SCREENSHOT]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Record page showing hash + GPS +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Live demo  (this slide stays up while we click)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1. Login as Officer [name]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2. Put fake kit + colour card in the frame. Snap.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3. Read Positive / Negative / Inconclusive.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4. Open the record: time, GPS, hash.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5. Yellow lamp ON, cover the card → app should go inconclusive or change. Card back → stable.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86A17"/>
                </a:solidFill>
                <a:latin typeface="Calibri"/>
              </a:rPr>
              <a:t>Simulated kit (pH / food colour). No real narcotics. Label on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What we do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Presumptive only. Lab confirmation still required. (Official note.)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We detect a colour fairly. We do not identify a substance in court.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Bad photo → Inconclusive. Guessing would be the unethical product.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Next: more phones, better card print, optional RAW/lock-AWB.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E86A17"/>
                </a:solidFill>
                <a:latin typeface="Calibri"/>
              </a:rPr>
              <a:t>Ask us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86A17"/>
                </a:solidFill>
                <a:latin typeface="Calibri"/>
              </a:rPr>
              <a:t>SIH26231  ·  NCB  ·  Ministry of Home Affairs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[Name]  Lead     [Name]  Field     [Name]  Story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[Name]  Colour     [Name]  Seal     [Name]  Screens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C5D0DC"/>
                </a:solidFill>
                <a:latin typeface="Calibri"/>
              </a:rPr>
              <a:t>One line: we are not detecting drugs. We are detecting a colour fairly, then refusing to let that photo become a rumour.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