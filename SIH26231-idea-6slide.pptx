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3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276" y="-2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v Bhatia" userId="d9f669df63d6ce3f" providerId="LiveId" clId="{B8BC9EC0-D4D3-485D-BA53-077EDD42BE23}"/>
    <pc:docChg chg="modSld">
      <pc:chgData name="Arav Bhatia" userId="d9f669df63d6ce3f" providerId="LiveId" clId="{B8BC9EC0-D4D3-485D-BA53-077EDD42BE23}" dt="2026-09-06T03:54:29.283" v="0" actId="1076"/>
      <pc:docMkLst>
        <pc:docMk/>
      </pc:docMkLst>
      <pc:sldChg chg="modSp mod">
        <pc:chgData name="Arav Bhatia" userId="d9f669df63d6ce3f" providerId="LiveId" clId="{B8BC9EC0-D4D3-485D-BA53-077EDD42BE23}" dt="2026-09-06T03:54:29.283" v="0" actId="1076"/>
        <pc:sldMkLst>
          <pc:docMk/>
          <pc:sldMk cId="0" sldId="256"/>
        </pc:sldMkLst>
        <pc:spChg chg="mod">
          <ac:chgData name="Arav Bhatia" userId="d9f669df63d6ce3f" providerId="LiveId" clId="{B8BC9EC0-D4D3-485D-BA53-077EDD42BE23}" dt="2026-09-06T03:54:29.283" v="0" actId="1076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94560"/>
            <a:ext cx="12191695" cy="2377440"/>
          </a:xfrm>
          <a:prstGeom prst="rect">
            <a:avLst/>
          </a:prstGeom>
          <a:solidFill>
            <a:srgbClr val="0D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1B653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73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Problem Statement ID  ·  SIH26231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dirty="0">
                <a:solidFill>
                  <a:srgbClr val="FFFFFF"/>
                </a:solidFill>
                <a:latin typeface="Calibri"/>
              </a:rPr>
              <a:t>Digital Companion for Field Drug Testing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F3F6F2"/>
                </a:solidFill>
                <a:latin typeface="Calibri"/>
              </a:rPr>
              <a:t>A phone witness for </a:t>
            </a:r>
            <a:r>
              <a:rPr sz="2000" b="0" dirty="0" err="1">
                <a:solidFill>
                  <a:srgbClr val="F3F6F2"/>
                </a:solidFill>
                <a:latin typeface="Calibri"/>
              </a:rPr>
              <a:t>colour</a:t>
            </a:r>
            <a:r>
              <a:rPr sz="2000" b="0" dirty="0">
                <a:solidFill>
                  <a:srgbClr val="F3F6F2"/>
                </a:solidFill>
                <a:latin typeface="Calibri"/>
              </a:rPr>
              <a:t>-change kits — no new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Theme:  MedTech / HealthTech  (with tamper-evident evidence)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PS Category:  Software</a:t>
            </a:r>
          </a:p>
          <a:p>
            <a:pPr algn="l">
              <a:spcAft>
                <a:spcPts val="600"/>
              </a:spcAft>
            </a:pPr>
            <a:r>
              <a:rPr sz="1600" b="0" dirty="0" err="1">
                <a:solidFill>
                  <a:srgbClr val="FFFFFF"/>
                </a:solidFill>
                <a:latin typeface="Calibri"/>
              </a:rPr>
              <a:t>Organisation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:  Narcotics Control Bureau · Ministry of Home Affairs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E1B653"/>
                </a:solidFill>
                <a:latin typeface="Calibri"/>
              </a:rPr>
              <a:t>Team:  [TEAM NAME]      Team ID:  [TEAM ID]      Shiv Nadar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1B653"/>
                </a:solidFill>
                <a:latin typeface="Calibri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Photograph the kit. Correct the light. Seal the proof.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73152"/>
          </a:xfrm>
          <a:prstGeom prst="rect">
            <a:avLst/>
          </a:prstGeom>
          <a:solidFill>
            <a:srgbClr val="E1B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>
                <a:solidFill>
                  <a:srgbClr val="E1B653"/>
                </a:solidFill>
                <a:latin typeface="Calibri"/>
              </a:rPr>
              <a:t>What it does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•  Photo of the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colour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-change kit WITH a reference card in the same frame.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•  App corrects the room lighting using the card.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•  Names the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colour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(+ hex) and calls it Positive / Negative / Inconclusive.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•  Seals the photo: time, GPS, officer ID, SHA-256 + digital signature.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Why it is unique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Uses the kit that already exists — zero new hardware.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Refuses to guess: bad photo, glare, or no card -&gt; Inconclusive.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Tamper-evident record — change one pixel, the seal breaks.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Explainable colour maths, not a black-box neural net.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BFD3CC"/>
                </a:solidFill>
                <a:latin typeface="Calibri"/>
              </a:rPr>
              <a:t>Turns a subjective eyeball call into a repeatable measurement + verifiable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SIH26231  ·  Team [TEAM NAME]  ·  Digital Companion for Field Drug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1B653"/>
                </a:solidFill>
                <a:latin typeface="Calibri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Deterministic colour science + web cryptography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73152"/>
          </a:xfrm>
          <a:prstGeom prst="rect">
            <a:avLst/>
          </a:prstGeom>
          <a:solidFill>
            <a:srgbClr val="E1B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Stack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Vite + React + TypeScript PWA — runs in any phone browser.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Works offline; installable; distribute by URL / QR.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WebCrypto ECDSA P-256 signature; SHA-256 image hash.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IndexedDB key store; hash-chained local 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Pipeline (per photo)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Sample 6 card patches + kit box -&gt; median RGB.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Linearise (IEC 61966-2-1 sRGB).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Fit 3x3 colour-correction matrix; fallback von Kries on gray.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Convert to CIE Lab; ΔE76 to Positive / Negative / Muddy.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Quality gates (glare, clipping, card-missing) -&gt; Inconclusive.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BFD3CC"/>
                </a:solidFill>
                <a:latin typeface="Calibri"/>
              </a:rPr>
              <a:t>Same photo -&gt; same call, on any phone, under any 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SIH26231  ·  Team [TEAM NAME]  ·  Digital Companion for Field Drug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1B653"/>
                </a:solidFill>
                <a:latin typeface="Calibri"/>
              </a:rPr>
              <a:t>FEASIBILITY &amp;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Buildable today, cheap to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73152"/>
          </a:xfrm>
          <a:prstGeom prst="rect">
            <a:avLst/>
          </a:prstGeom>
          <a:solidFill>
            <a:srgbClr val="E1B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Feasible now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Existing kits + existing phones + a printed card (~near zero cost).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Working prototype built and demoed in under 24 hours.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No procurement, no devices to 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Risks &amp; mitigation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Printer / paper colour drift -&gt; in-app calibration saves YOUR card.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Extreme lighting / glare -&gt; gray-card white balance + reject to Inconclusive.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Camera auto-white-balance -&gt; card is in-frame every shot.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Legal weight -&gt; framed as presumptive only, lab confirmation required.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BFD3CC"/>
                </a:solidFill>
                <a:latin typeface="Calibri"/>
              </a:rPr>
              <a:t>Scales via per-kit reference profiles and a shareable web link.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SIH26231  ·  Team [TEAM NAME]  ·  Digital Companion for Field Drug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1B653"/>
                </a:solidFill>
                <a:latin typeface="Calibri"/>
              </a:rPr>
              <a:t>IMPACT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Fair calls, real evidence, almost free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73152"/>
          </a:xfrm>
          <a:prstGeom prst="rect">
            <a:avLst/>
          </a:prstGeom>
          <a:solidFill>
            <a:srgbClr val="E1B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For officers / NCB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Consistent field decisions — less officer-to-officer disagreement.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Faster, clearer call at the point of check.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Searchable, verifiable log of every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Wider impact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Evidentiary: hash + signature + GPS + time = documentary record.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Social: transparency and auditability reduce disputed calls.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Economic: near-zero marginal cost; no hardware budget.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Ethical: honest Inconclusive protects the accused and the officer.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SIH26231  ·  Team [TEAM NAME]  ·  Digital Companion for Field Drug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1B653"/>
                </a:solidFill>
                <a:latin typeface="Calibri"/>
              </a:rPr>
              <a:t>RESEARCH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Standards and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73152"/>
          </a:xfrm>
          <a:prstGeom prst="rect">
            <a:avLst/>
          </a:prstGeom>
          <a:solidFill>
            <a:srgbClr val="E1B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Standards / methods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IEC 61966-2-1 — sRGB colour space &amp; linearisation.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CIE 1976 L*a*b* and ΔE76 colour difference.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von Kries chromatic adaptation (white balance).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SHA-256 (FIPS 180-4); ECDSA P-256 (FIPS 186) via WebCrypto.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Domain / problem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NCB / MHA Problem Statement SIH26231 (sih.gov.in).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Colorimetric presumptive drug tests (e.g. Marquis, Scott) — presumptive, need lab confirmation.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Presumptive field tests require confirmatory laboratory analysis.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BFD3CC"/>
                </a:solidFill>
                <a:latin typeface="Calibri"/>
              </a:rPr>
              <a:t>Prototype + colour maths write-up: our project repo (COLOUR-MATH.md).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SIH26231  ·  Team [TEAM NAME]  ·  Digital Companion for Field Drug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745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Arav Bhatia</cp:lastModifiedBy>
  <cp:revision>1</cp:revision>
  <dcterms:created xsi:type="dcterms:W3CDTF">2013-01-27T09:14:16Z</dcterms:created>
  <dcterms:modified xsi:type="dcterms:W3CDTF">2026-09-06T03:55:22Z</dcterms:modified>
  <cp:category/>
</cp:coreProperties>
</file>