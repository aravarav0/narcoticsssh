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0D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1B653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Problem Statement ID  ·  SIH26231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Digital Companion for Field Drug Testing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3F6F2"/>
                </a:solidFill>
                <a:latin typeface="Calibri"/>
              </a:rPr>
              <a:t>A phone witness for colour-change kits — no new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Theme:  MedTech / HealthTech  (with tamper-evident evidence)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PS Category:  Software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Organisation:  Narcotics Control Bureau · Ministry of Home Affairs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1B653"/>
                </a:solidFill>
                <a:latin typeface="Calibri"/>
              </a:rPr>
              <a:t>Team:  [TEAM NAME]      Team ID:  [TEAM ID]      Shiv Nadar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Photograph the kit. Correct the light. Seal the proof.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What it does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Photo of the colour-change kit WITH a reference card in the same frame.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App corrects the room lighting using the card.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Names the colour (+ hex) and calls it Positive / Negative / Inconclusive.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Seals the photo: time, GPS, officer ID, SHA-256 + digital signature.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Why it is unique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Uses the kit that already exists — zero new hardware.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Refuses to guess: bad photo, glare, or no card -&gt; Inconclusive.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Tamper-evident record — change one pixel, the seal breaks.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Explainable colour maths, not a black-box neural net.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Turns a subjective eyeball call into a repeatable measurement + verifiable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Deterministic colour science + web cryptography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Stack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Vite + React + TypeScript PWA — runs in any phone browser.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Works offline; installable; distribute by URL / QR.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WebCrypto ECDSA P-256 signature; SHA-256 image hash.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IndexedDB key store; hash-chained local 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Pipeline (per photo)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Sample 6 card patches + kit box -&gt; median RGB.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Linearise (IEC 61966-2-1 sRGB).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Fit 3x3 colour-correction matrix; fallback von Kries on gray.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Convert to CIE Lab; ΔE76 to Positive / Negative / Muddy.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Quality gates (glare, clipping, card-missing) -&gt; Inconclusive.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Same photo -&gt; same call, on any phone, under any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Buildable today, cheap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Feasible now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Existing kits + existing phones + a printed card (~near zero cost).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Working prototype built and demoed in under 24 hours.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No procurement, no devices to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Risks &amp; mitigation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Printer / paper colour drift -&gt; in-app calibration saves YOUR card.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Extreme lighting / glare -&gt; gray-card white balance + reject to Inconclusive.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Camera auto-white-balance -&gt; card is in-frame every shot.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Legal weight -&gt; framed as presumptive only, lab confirmation required.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Scales via per-kit reference profiles and a shareable web link.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Fair calls, real evidence, almost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For officers / NCB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Consistent field decisions — less officer-to-officer disagreement.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Faster, clearer call at the point of check.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Searchable, verifiable log of every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Wider impact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Evidentiary: hash + signature + GPS + time = documentary record.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Social: transparency and auditability reduce disputed calls.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Economic: near-zero marginal cost; no hardware budget.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Ethical: honest Inconclusive protects the accused and the officer.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1B653"/>
                </a:solidFill>
                <a:latin typeface="Calibri"/>
              </a:rPr>
              <a:t>RESEARCH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Standards and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73152"/>
          </a:xfrm>
          <a:prstGeom prst="rect">
            <a:avLst/>
          </a:prstGeom>
          <a:solidFill>
            <a:srgbClr val="E1B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Standards / methods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IEC 61966-2-1 — sRGB colour space &amp; linearisation.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CIE 1976 L*a*b* and ΔE76 colour difference.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von Kries chromatic adaptation (white balance).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SHA-256 (FIPS 180-4); ECDSA P-256 (FIPS 186) via WebCrypto.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49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1B653"/>
                </a:solidFill>
                <a:latin typeface="Calibri"/>
              </a:rPr>
              <a:t>Domain / problem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NCB / MHA Problem Statement SIH26231 (sih.gov.in).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Colorimetric presumptive drug tests (e.g. Marquis, Scott) — presumptive, need lab confirmation.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Presumptive field tests require confirmatory laboratory analysis.</a:t>
            </a:r>
          </a:p>
          <a:p>
            <a:pPr algn="l" lvl="1">
              <a:spcAft>
                <a:spcPts val="600"/>
              </a:spcAft>
            </a:pPr>
            <a:r>
              <a:rPr sz="1300" b="0">
                <a:solidFill>
                  <a:srgbClr val="BFD3CC"/>
                </a:solidFill>
                <a:latin typeface="Calibri"/>
              </a:rPr>
              <a:t>Prototype + colour maths write-up: our project repo (COLOUR-MATH.md).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SIH26231  ·  Team [TEAM NAME]  ·  Digital Companion for Field Drug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BFD3C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